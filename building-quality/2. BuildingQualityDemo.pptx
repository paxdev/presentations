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2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34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20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42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722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48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9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12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98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2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687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443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639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454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89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616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73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ADF3F31-5734-4027-945B-75F524FB65CC}" type="datetimeFigureOut">
              <a:rPr lang="en-GB" smtClean="0"/>
              <a:t>13/02/2019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27794A4-1A1B-4C09-94FC-F1F2316E3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39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44E8-DB60-4441-ADC6-A876A9D4D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“Building In” Quality</a:t>
            </a:r>
            <a:br>
              <a:rPr lang="en-GB" dirty="0"/>
            </a:br>
            <a:r>
              <a:rPr lang="en-GB" dirty="0"/>
              <a:t>With a DevOps Pipeline</a:t>
            </a:r>
          </a:p>
        </p:txBody>
      </p:sp>
    </p:spTree>
    <p:extLst>
      <p:ext uri="{BB962C8B-B14F-4D97-AF65-F5344CB8AC3E}">
        <p14:creationId xmlns:p14="http://schemas.microsoft.com/office/powerpoint/2010/main" val="317570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C550-6F29-4539-8F70-4F883778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44616"/>
          </a:xfrm>
        </p:spPr>
        <p:txBody>
          <a:bodyPr/>
          <a:lstStyle/>
          <a:p>
            <a:r>
              <a:rPr lang="en-GB" sz="4000" dirty="0"/>
              <a:t>Goals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195C-C7DE-4E0F-A87E-FBDDFC3610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63134"/>
            <a:ext cx="10363826" cy="4428065"/>
          </a:xfrm>
        </p:spPr>
        <p:txBody>
          <a:bodyPr>
            <a:normAutofit fontScale="85000" lnSpcReduction="20000"/>
          </a:bodyPr>
          <a:lstStyle/>
          <a:p>
            <a:r>
              <a:rPr lang="en-GB" sz="3200" dirty="0"/>
              <a:t>A user can easily get the source code up and running locally</a:t>
            </a:r>
          </a:p>
          <a:p>
            <a:r>
              <a:rPr lang="en-GB" sz="3200" dirty="0"/>
              <a:t>It should be easy to get the development code into production</a:t>
            </a:r>
          </a:p>
          <a:p>
            <a:r>
              <a:rPr lang="en-GB" sz="3200" dirty="0"/>
              <a:t>We should be </a:t>
            </a:r>
            <a:r>
              <a:rPr lang="en-GB" sz="3200" b="1" dirty="0"/>
              <a:t>confident</a:t>
            </a:r>
            <a:r>
              <a:rPr lang="en-GB" sz="3200" dirty="0"/>
              <a:t> to put the development code into production</a:t>
            </a:r>
          </a:p>
          <a:p>
            <a:r>
              <a:rPr lang="en-GB" sz="3200" dirty="0"/>
              <a:t>It should be easy to see how each environment is configured</a:t>
            </a:r>
          </a:p>
          <a:p>
            <a:r>
              <a:rPr lang="en-GB" sz="3200" dirty="0"/>
              <a:t>Quality is built in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720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5BEE-65B5-45C3-A351-E8DF339E6D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9067" y="870917"/>
            <a:ext cx="10236200" cy="546774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Keep main branches safe by developing on Feature Branches</a:t>
            </a:r>
          </a:p>
          <a:p>
            <a:r>
              <a:rPr lang="en-GB" dirty="0"/>
              <a:t>Ensure that we only merge to main branches via a Pull Request</a:t>
            </a:r>
          </a:p>
          <a:p>
            <a:pPr lvl="1"/>
            <a:r>
              <a:rPr lang="en-GB" dirty="0"/>
              <a:t>Ensure the code builds</a:t>
            </a:r>
          </a:p>
          <a:p>
            <a:pPr lvl="1"/>
            <a:r>
              <a:rPr lang="en-GB" dirty="0"/>
              <a:t>Ensure the tests run</a:t>
            </a:r>
          </a:p>
          <a:p>
            <a:pPr lvl="1"/>
            <a:r>
              <a:rPr lang="en-GB" dirty="0"/>
              <a:t>Ensure the code is reviewed</a:t>
            </a:r>
          </a:p>
          <a:p>
            <a:pPr lvl="1"/>
            <a:r>
              <a:rPr lang="en-GB" dirty="0"/>
              <a:t>Ensure that any identified defects are addressed</a:t>
            </a:r>
          </a:p>
          <a:p>
            <a:r>
              <a:rPr lang="en-GB" dirty="0"/>
              <a:t>By automating quality checks:</a:t>
            </a:r>
          </a:p>
          <a:p>
            <a:pPr lvl="1"/>
            <a:r>
              <a:rPr lang="en-GB" dirty="0"/>
              <a:t>remove personal tensions</a:t>
            </a:r>
          </a:p>
          <a:p>
            <a:pPr lvl="1"/>
            <a:r>
              <a:rPr lang="en-GB" dirty="0"/>
              <a:t>Prevent human error</a:t>
            </a:r>
          </a:p>
          <a:p>
            <a:pPr lvl="1"/>
            <a:r>
              <a:rPr lang="en-GB" dirty="0"/>
              <a:t>Remove the temptation to add that last minute Untested feature</a:t>
            </a:r>
          </a:p>
          <a:p>
            <a:pPr lvl="2"/>
            <a:r>
              <a:rPr lang="en-GB" dirty="0"/>
              <a:t>This doesn’t mean we can’t add features quickly!</a:t>
            </a:r>
          </a:p>
          <a:p>
            <a:r>
              <a:rPr lang="en-GB" dirty="0"/>
              <a:t>By automating deployments</a:t>
            </a:r>
          </a:p>
          <a:p>
            <a:pPr lvl="1"/>
            <a:r>
              <a:rPr lang="en-GB" dirty="0"/>
              <a:t>Make them repeatable – we can easily rollback to a known version</a:t>
            </a:r>
          </a:p>
          <a:p>
            <a:pPr lvl="1"/>
            <a:r>
              <a:rPr lang="en-GB" dirty="0"/>
              <a:t>Ensure that system/configuration changes are not lost next time the system is deployed</a:t>
            </a:r>
          </a:p>
          <a:p>
            <a:pPr lvl="1"/>
            <a:r>
              <a:rPr lang="en-GB" dirty="0"/>
              <a:t>Control deployment using manual and automated gates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354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123</TotalTime>
  <Words>163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Droplet</vt:lpstr>
      <vt:lpstr>“Building In” Quality With a DevOps Pipeline</vt:lpstr>
      <vt:lpstr>Goals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“Building In” Quality With a DevOps Pipeline</dc:title>
  <dc:creator>paul</dc:creator>
  <cp:lastModifiedBy>paul</cp:lastModifiedBy>
  <cp:revision>8</cp:revision>
  <dcterms:created xsi:type="dcterms:W3CDTF">2019-01-23T21:28:35Z</dcterms:created>
  <dcterms:modified xsi:type="dcterms:W3CDTF">2019-02-13T20:01:37Z</dcterms:modified>
</cp:coreProperties>
</file>